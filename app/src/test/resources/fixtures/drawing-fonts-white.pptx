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229600" y="3657600"/>
            <a:ext cx="914400" cy="914400"/>
          </a:xfrm>
          <a:prstGeom prst="rect">
            <a:avLst/>
          </a:prstGeom>
          <a:solidFill>
            <a:srgbClr val="228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124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828800" y="914400"/>
            <a:ext cx="3657600" cy="1828800"/>
            <a:chOff x="0" y="0"/>
            <a:chExt cx="3657600" cy="914400"/>
          </a:xfrm>
        </p:grpSpPr>
        <p:sp>
          <p:nvSpPr>
            <p:cNvPr id="3" name="Oval 2"/>
            <p:cNvSpPr/>
            <p:nvPr/>
          </p:nvSpPr>
          <p:spPr>
            <a:xfrm rot="1800000">
              <a:off x="0" y="0"/>
              <a:ext cx="914400" cy="91440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828800" y="0"/>
              <a:ext cx="1828800" cy="914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rtl="1" marL="152400" indent="-76200">
                <a:buChar char="•"/>
              </a:pPr>
              <a:r>
                <a:rPr sz="2400">
                  <a:latin typeface="Cairo"/>
                </a:rPr>
                <a:t>مرحبا</a:t>
              </a:r>
              <a:r>
                <a:rPr sz="2000" b="1">
                  <a:latin typeface="Lato"/>
                </a:rPr>
                <a:t> Reader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amond 1"/>
          <p:cNvSpPr/>
          <p:nvPr/>
        </p:nvSpPr>
        <p:spPr>
          <a:xfrm rot="2700000" flipH="1">
            <a:off x="914400" y="914400"/>
            <a:ext cx="1828800" cy="18288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7315200" cy="2743200"/>
          </a:xfrm>
          <a:prstGeom prst="roundRect">
            <a:avLst/>
          </a:prstGeom>
          <a:ln>
            <a:noFill/>
          </a:ln>
          <a:gradFill>
            <a:gsLst>
              <a:gs pos="0">
                <a:srgbClr val="0000FF"/>
              </a:gs>
              <a:gs pos="100000">
                <a:srgbClr val="FF0000"/>
              </a:gs>
            </a:gsLst>
            <a:lin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