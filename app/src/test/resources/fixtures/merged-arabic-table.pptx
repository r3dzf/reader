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914400"/>
                <a:gridCol w="1828800"/>
                <a:gridCol w="2743200"/>
              </a:tblGrid>
              <a:tr h="365760">
                <a:tc rowSpan="2" gridSpan="2">
                  <a:txBody>
                    <a:bodyPr/>
                    <a:lstStyle/>
                    <a:p>
                      <a:pPr algn="ctr" rtl="1"/>
                      <a:r>
                        <a:rPr sz="1800" b="1" i="1">
                          <a:solidFill>
                            <a:srgbClr val="CC0000"/>
                          </a:solidFill>
                        </a:rPr>
                        <a:t>عنوان مدمج</a:t>
                      </a:r>
                    </a:p>
                  </a:txBody>
                  <a:tcPr anchor="ctr" marL="45720" marR="45720" marT="22860" marB="22860">
                    <a:solidFill>
                      <a:srgbClr val="FFF2CC"/>
                    </a:solidFill>
                    <a:lnT w="25400">
                      <a:solidFill>
                        <a:srgbClr val="123456"/>
                      </a:solidFill>
                      <a:prstDash val="dash"/>
                    </a:lnT>
                    <a:lnB w="12700">
                      <a:solidFill>
                        <a:srgbClr val="654321"/>
                      </a:solidFill>
                      <a:prstDash val="solid"/>
                    </a:lnB>
                    <a:lnL>
                      <a:noFill/>
                    </a:lnL>
                  </a:tcPr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رأس</a:t>
                      </a:r>
                    </a:p>
                  </a:txBody>
                  <a:tcPr/>
                </a:tc>
              </a:tr>
              <a:tr h="548640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القيمة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أحمد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١٢٣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نهاية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