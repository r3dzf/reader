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Override1.xml" ContentType="application/vnd.openxmlformats-officedocument.themeOverr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3">
            <a:lumMod val="50000"/>
            <a:lumOff val="2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57200"/>
            <a:ext cx="7315200" cy="1463040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ThemeOverride" Type="http://schemas.openxmlformats.org/officeDocument/2006/relationships/themeOverride" Target="../theme/themeOverr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 algn="r">
              <a:defRPr sz="2400"/>
            </a:pPr>
            <a:r>
              <a:rPr>
                <a:solidFill>
                  <a:schemeClr val="accent1">
                    <a:tint val="75000"/>
                  </a:schemeClr>
                </a:solidFill>
              </a:rPr>
              <a:t>عنوان </a:t>
            </a:r>
            <a:r>
              <a:rPr b="0" i="1" u="sng" strike="sngStrike" sz="3000">
                <a:solidFill>
                  <a:schemeClr val="accent2"/>
                </a:solidFill>
                <a:cs typeface="+mn-cs"/>
              </a:rPr>
              <a:t>عربي</a:t>
            </a:r>
          </a:p>
          <a:p>
            <a:pPr rtl="0" algn="l">
              <a:spcBef>
                <a:spcPts val="600"/>
              </a:spcBef>
              <a:spcAft>
                <a:spcPts val="300"/>
              </a:spcAft>
              <a:defRPr>
                <a:latin typeface="+mn-lt"/>
                <a:cs typeface="+mn-cs"/>
              </a:defRPr>
            </a:pPr>
            <a:r>
              <a:t>English </a:t>
            </a:r>
            <a:br/>
            <a:r>
              <a:t>نص</a:t>
            </a:r>
            <a:fld id="{34DA7095-DFA5-4C81-94B6-51F5E217C28A}" type="slidenum">
              <a:t>٧</a:t>
            </a:fld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7432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</a:tblGrid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latin typeface="+mn-lt"/>
                          <a:cs typeface="+mn-cs"/>
                          <a:solidFill>
                            <a:schemeClr val="tx1"/>
                          </a:solidFill>
                        </a:defRPr>
                      </a:pPr>
                      <a:r>
                        <a:t>قيمة </a:t>
                      </a:r>
                      <a:r>
                        <a:rPr b="1" sz="2200">
                          <a:solidFill>
                            <a:schemeClr val="accent1">
                              <a:shade val="50000"/>
                            </a:schemeClr>
                          </a:solidFill>
                        </a:rPr>
                        <a:t>مهمة</a:t>
                      </a:r>
                    </a:p>
                  </a:txBody>
                  <a:tcPr>
                    <a:solidFill>
                      <a:schemeClr val="accent2">
                        <a:tint val="25000"/>
                      </a:schemeClr>
                    </a:solidFill>
                    <a:lnB w="25400">
                      <a:solidFill>
                        <a:schemeClr val="accent1">
                          <a:shade val="50000"/>
                        </a:schemeClr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overrideClrMapping bg1="lt1" tx1="accent2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BC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1122"/>
      </a:dk1>
      <a:lt1>
        <a:srgbClr val="FFFFFF"/>
      </a:lt1>
      <a:dk2>
        <a:srgbClr val="1F497D"/>
      </a:dk2>
      <a:lt2>
        <a:srgbClr val="EEECE1"/>
      </a:lt2>
      <a:accent1>
        <a:srgbClr val="FF0000"/>
      </a:accent1>
      <a:accent2>
        <a:srgbClr val="0000FF"/>
      </a:accent2>
      <a:accent3>
        <a:srgbClr val="80808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erif"/>
        <a:ea typeface=""/>
        <a:cs typeface="serif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ospace"/>
        <a:ea typeface=""/>
        <a:cs typeface="monospace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rgbClr val="001122"/>
    </a:dk1>
    <a:lt1>
      <a:srgbClr val="FFFFFF"/>
    </a:lt1>
    <a:dk2>
      <a:srgbClr val="1F497D"/>
    </a:dk2>
    <a:lt2>
      <a:srgbClr val="EEECE1"/>
    </a:lt2>
    <a:accent1>
      <a:srgbClr val="00FF00"/>
    </a:accent1>
    <a:accent2>
      <a:srgbClr val="0000FF"/>
    </a:accent2>
    <a:accent3>
      <a:srgbClr val="808080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